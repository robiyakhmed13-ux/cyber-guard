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CyberGuard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III: Data Management &amp; Integration Layer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 Architecture  |  Dual Database  |  Secure APIs  |  Async Processing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65176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Application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pages, Vite + TypeScript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shadcn/ui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18872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Integration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Engine, Message Queue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Fault Handling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188720"/>
            <a:ext cx="2651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III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Layer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DB, REST APIs, Caching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Async 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builds on top of the existing system, adding a comprehensive data management and integration layer with 8 key components.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+ Vite)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(/api/v3/*) + Middleware (JWT, Helmet, Validation, Rate Limiting)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(Auth, Incident, ThreatIntel, System)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0175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Cache | Async Processor | Data Transformer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0467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SQLite (Users, Incidents, Signatures) | NeDB (IOCs, Events, Jobs)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Logger + Performance Metrics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(Relational)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email, password_hash, role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incident_id, threat_type, severity, source_ip, status, FK→users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Signatures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signature_id, name, category, pattern (M:N with incidents)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resource, user_id (FK), ip_address, timestamp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NeDB (NoSQL Documents)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ioc_type, ioc_value, severity, tags[], source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Events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event_type, severity, timestamp, details{}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Results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scan_id, target_ip, portDetails[], vulnerabilities{}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job_id, type, payload{}, status, attempts, priority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Design &amp; Demonstration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/api/v3/auth/login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JWT token authentication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/api/v3/incidents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List incidents (filterable, cached)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/api/v3/incidents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Create incident (validated)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PUT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/api/v3/incidents/:id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Update incident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DELETE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/api/v3/incidents/:id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Delete (admin only)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/api/v3/incidents/:id/xml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Data transformation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/api/v3/threat-intel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NeDB CRUD operations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/api/v3/async/produce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Async job enqueueing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HTTP methods  |  JSON request/response  |  HTTP status codes (200, 201, 400, 401, 403, 404, 429, 500)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Asynchronous 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Enqueues jobs via API or automatically during incident creation. Jobs stored in NeDB with priority and metadata.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188720"/>
            <a:ext cx="25603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Queue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NeDB-backed persistent queue. Jobs survive restarts. Supports priority ordering and batch dequeue.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188720"/>
            <a:ext cx="25603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1737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loop (every 5s) dequeues and executes registered handlers. Failed jobs retry up to 3 times.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235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Types: threat_analysis | scan_processing | report_generation | notification | data_cleanup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Persistence Demo: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/async/simulate-offline produces messages while consumer is stopped. Messages persist in NeDB. When consumer resumes, all pending messages are processed in order, proving the system handles downtime gracefully.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Caching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~99%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65176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143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1000x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(cached vs uncached)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651760" cy="137160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143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30s/60s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(absolute/sliding)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Explicit Key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invalidate(key) removes a specific cached entry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Tag-Based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invalidateByTag('incidents') clears all related entries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TTL Expiry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Auto-eviction every 30s for expired entries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Manual Clear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DELETE /cache/clear wipes entire cache (admin only)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with 24h expiry. bcrypt password hashing (12 rounds).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2900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874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admin, analyst, viewer. Delete operations admin-only.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6364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874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 rules for all endpoints. Format, length, type checks.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sanitization strips XSS vectors, SQL injection characters from all input.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2900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req/15min API-wide. 20 req/15min for auth endpoints.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6364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Headers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sets 15+ HTTP headers: CSP, HSTS, X-Frame-Options, etc.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Transformation &amp; Interoperability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Transformation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JSON → XML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GET /incidents/:id/xml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xml2js Builder for XML conversion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XML → JSON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POST /transform/xml-to-json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Parses XML input into JSON object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JSON → JSON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GET /incidents/:id/external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Restructured format for external APIs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JSON → STIX 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GET /incidents/:id/stix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 intel exchange standard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Nested → Flat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Internal service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Flatten scan results for tabular export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Response Wrap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All endpoints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Standardized { success, data, meta } envelope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in action: a single incident can be served as JSON (default), XML (for legacy systems), STIX 2.1 (for threat intelligence sharing), or a custom external format — all from the same underlying data.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 &amp; Monitoring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Winston Logger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transports: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(colorized)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combined.log (all events)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error.log (errors only)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5MB rotation, 5 file retention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format with timestamps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/api/v3/metrics exposes: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count (total/success/error)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(avg + P95)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queries (SQLite + NeDB counts)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uptime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in SQLite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CRUD actions logged to audit_log table with user ID, IP address, resource, and timestamp for complete traceability.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→ POST /auth/login → JWT token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Incident → POST /incidents (validation demo)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List Incidents → GET /incidents (cache miss → hit)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Transform → GET /incidents/1/xml and /stix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Async Processing → POST /async/simulate-offline → consume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Cache Benchmark → GET /cache/performance (1000x speedup)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Metrics → GET /metrics (live request/response stats)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Security → invalid input, rate limiting, role restrictions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successfully implements all 8 required components: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 |  Dual Database  |  RESTful APIs  |  Async Processing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 |  Security  |  Data Transformation  |  Logging &amp; Monitoring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CyberGuard Phase III - Data Management &amp; Integration</dc:title>
  <dc:subject>PptxGenJS Presentation</dc:subject>
  <dc:creator>CyberGuard Team</dc:creator>
  <cp:lastModifiedBy>CyberGuard Team</cp:lastModifiedBy>
  <cp:revision>1</cp:revision>
  <dcterms:created xsi:type="dcterms:W3CDTF">2026-04-11T12:53:43Z</dcterms:created>
  <dcterms:modified xsi:type="dcterms:W3CDTF">2026-04-11T12:53:43Z</dcterms:modified>
</cp:coreProperties>
</file>